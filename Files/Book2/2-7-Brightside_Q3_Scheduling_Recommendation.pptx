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net revenue / session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Excel Essentials</c:v>
                  </c:pt>
                  <c:pt idx="1">
                    <c:v>Present with Confidence</c:v>
                  </c:pt>
                  <c:pt idx="2">
                    <c:v>AI at Work</c:v>
                  </c:pt>
                  <c:pt idx="3">
                    <c:v>Project Planning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1382</c:v>
                </c:pt>
                <c:pt idx="1">
                  <c:v>1539</c:v>
                </c:pt>
                <c:pt idx="2">
                  <c:v>1827</c:v>
                </c:pt>
                <c:pt idx="3">
                  <c:v>1968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attendance rate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Online</c:v>
                  </c:pt>
                  <c:pt idx="1">
                    <c:v>In-person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87.2</c:v>
                </c:pt>
                <c:pt idx="1">
                  <c:v>93.1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open by stating that this is a decision meeting, not a data review — approval is being requested today on next quarter's scheduling priorities.
Evidence: none on this slide — sets up the question the rest of the deck answers.
Limitation to disclose: none on this slide.
Transition: move straight into the business question and the three measures used, so the audience knows how "should schedule more often" was defined before seeing any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point: the recommendation is built on three specific measures — net revenue per session, attendance rate, and satisfaction — not revenue alone.
Evidence: definitions are taken directly from the workbook's Read Me sheet; scope is 28 cleaned sessions across 4 courses and 2 formats, April–June 2026.
Limitation to disclose: the source data had quality problems that were cleaned before analysis (duplicate row, inconsistent text) — mention briefly, save the two unresolved issues for the limitations slide.
Transition: “With those measures defined, here's how the four courses compare.”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point: Project Planning and AI at Work generate the most revenue per session; Excel Essentials trails on all three measures at once.
Evidence: avg. net revenue/session (known-refund sessions) — Project Planning $1,968 (6 of 7 sessions), AI at Work $1,827, Present with Confidence $1,539, Excel Essentials $1,382. Attendance rate (overall, weighted) — AI at Work 93.9% down to Excel Essentials 86.4%. Satisfaction (excluding missing scores) ranges 4.2–4.7.
Limitation to disclose: Project Planning's revenue figure is based on 6 of 7 sessions — session S-107's refund amount is missing and was excluded, so this number could shift once that's resolved (see limitations slide).
Transition: “Courses tell part of the story — delivery format is the other half.”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point: in-person sessions show up at a higher rate than online sessions, even though online attracts more bookings overall.
Evidence: overall attendance rate — in-person 93.1% vs. online 87.2% (weighted by total attended ÷ total bookings, not averaged per session). Online had more total bookings (297 vs. 233) and a marginally higher revenue-per-session average ($1,719 vs. $1,613, both from known-refund sessions).
Limitation to disclose: the in-person revenue figure excludes session S-107 (missing refund); the revenue gap between formats is narrow and should not be over-read.
Transition: “Putting course and format performance together, here's the scheduling direction we're recommending.”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point: two courses and one format lean toward more sessions, one course should hold or shrink, and the recommendation is a direction, not a specific session count.
Evidence: synthesis of the course and format slides — Project Planning and AI at Work lead on revenue and (for AI at Work) attendance/satisfaction too; Excel Essentials trails on all three measures; in-person leads on attendance and satisfaction.
Limitation to disclose: flag the [REVIEW] note out loud — Project Planning's “Increase” recommendation rests partly on a revenue figure with one missing data point (S-107); it's the single number most likely to move if that gap is resolved.
Transition: “Before asking for a decision, here's what limits how far we should trust these exact numbers.”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point: the recommendation's direction is reasonably clear, but two specific data gaps should be resolved before the schedule is finalized.
Evidence: session S-107 (Project Planning) is missing its refund amount and is excluded from every net revenue total; session S-119 (Project Planning) has more bookings than its listed capacity, unexplained.
Limitation to disclose: this whole slide is the limitation — be direct that both open items involve Project Planning, the course with the strongest revenue recommendation, so resolving them is the natural first follow-up.
Transition: “Given all of that, here's the specific decision we're asking you to approve today.”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point: ask directly for approval of the four-part scheduling direction, and name the two concrete follow-ups needed before it's finalized.
Evidence: this slide restates the decision matrix from slide 5 and the two open items from slide 6 — no new figures are introduced.
Limitation to disclose: reiterate that no session counts, budget, or forecast are being proposed today — those follow once the direction is approved and the two data items are confirmed.
Transition: open the floor for questions; be ready to return to slides 3–4 for the underlying numbers and slide 6 for the data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BRIGHTSIDE LEARNING  •  Q3 2026 SCHEDULING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courses and formats should we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more often next quarter?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is requested today: approve scheduling priorities for next quarter, based on net revenue per session, attendance rate, and satisfaction from 28 sessions run April–June 2026.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5120640" cy="82296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892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Director, Program Manager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measures decide the schedule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(source: workbook Read Me): “Which courses and delivery formats should Brightside Learning schedule more often next quarter, based on net revenue per session, attendance rate, and satisfaction?”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20440" cy="23317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/ session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− refunds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kept after refunds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606040"/>
            <a:ext cx="3520440" cy="23317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474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977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(Bookings − no-shows) ÷ bookings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4480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booked attendees who came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606040"/>
            <a:ext cx="3520440" cy="23317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58200" y="3474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977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stated scores, 1–5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4480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attendees rated the session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28 cleaned sessions, April–June 2026 — 4 courses × 2 formats, 7 sessions per course, 14 sessions per format. Source data was cleaned first (1 duplicate row removed, text inconsistencies standardized).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Planning and AI at Work lead on 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net revenue per session — sessions with known refund information only (Project Planning: 6 of 7 sessions; all others: 7 of 7)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492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874520"/>
          <a:ext cx="4023360" cy="27432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rate*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at 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with Confidence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Planning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Essentials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35240" y="4709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*Overall attendance rate = total attended ÷ total bookings across all sessions for the course (not an average of session percentages).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†Excludes sessions with a missing satisfaction score (e.g., S-111).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In-person converts bookings into attendees more reliably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attendance rate = total attended ÷ total bookings across all sessions in the format (not an average of session percentages)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492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874520"/>
          <a:ext cx="4023360" cy="15544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bookings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net revenue 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(known)*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35240" y="3611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*Online: 14 of 14 sessions with known refunds. In-person: 13 of 14 (session S-107 excluded).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†Excludes sessions with a missing satisfaction score.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635240" y="46634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drew more total bookings (297 vs. 233) and a slightly higher revenue average per session — the attendance gap is the clearer differentiator between formats.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increase, maintain, or reconsider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114800"/>
        </p:xfrm>
        <a:graphic>
          <a:graphicData uri="http://schemas.openxmlformats.org/drawingml/2006/table">
            <a:tbl>
              <a:tblPr/>
              <a:tblGrid>
                <a:gridCol w="2331720"/>
                <a:gridCol w="5943600"/>
                <a:gridCol w="2816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/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Planning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avg. net revenue/session ($1,968) — based on 6 of 7 sessions; refund missing on S-107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Increase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at 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2nd-highest revenue ($1,827); leads attendance (93.9%) and satisfaction (4.7)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Increase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with Confidence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 on revenue ($1,539), attendance (89.9%), satisfaction (4.6)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Maintain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Essentials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revenue ($1,382), attendance (86.4%), and satisfaction (4.2)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Reconsider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In-person (format)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attendance rate (93.1% vs. 87.2%) and satisfaction (4.6 vs. 4.4)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Lean toward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(format)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total bookings (297 vs. 233); revenue/session close ($1,719 vs. $1,613)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Maintain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use both symbol and text (not color alone) to show status. [REVIEW] Project Planning's “Increase” call should be reconfirmed once the missing S-107 refund is entered — the ranking could change.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DECIDE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open data issues sit under these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286000"/>
        </p:xfrm>
        <a:graphic>
          <a:graphicData uri="http://schemas.openxmlformats.org/drawingml/2006/table">
            <a:tbl>
              <a:tblPr/>
              <a:tblGrid>
                <a:gridCol w="1051560"/>
                <a:gridCol w="3246120"/>
                <a:gridCol w="5148072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affects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amount missing (“Refund total not entered”)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every net revenue figure; Project Planning's avg. revenue is based on 6 of 7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C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 (23) exceed listed capacity (20)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Unexplained and uncorrected; not adjusted in any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C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score missing (“feedback form was not sent”)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satisfaction averages (minor impact)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action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sample: 7 sessions per course and 14 per format, one quarter only (Apr–Jun 2026) — the workbook itself calls these summaries “directional, not final.”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data: the workbook tracks fees, bookings, and refunds only — this analysis reflects revenue and attendance, not profitability.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duplicate session row was found and removed during cleaning (S-114); no other rows were removed.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scheduling direction below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Increase: Project Planning, AI at 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40864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Maintain: Present with Confidence, Online format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43784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889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Reconsider: Excel Essentials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91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toward: In-person, where feasible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91672" cy="169164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 (before finalizing session counts)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Confirm the missing refund amount for session S-107 with the data owner (affects Project Planning's revenue figure).</a:t>
            </a:r>
            <a:endParaRPr lang="en-US" sz="1300" dirty="0"/>
          </a:p>
          <a:p>
            <a:pPr indent="0" marL="0">
              <a:lnSpc>
                <a:spcPts val="19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 the cause of the bookings-over-capacity discrepancy on session S-119.</a:t>
            </a:r>
            <a:endParaRPr lang="en-US" sz="1300" dirty="0"/>
          </a:p>
          <a:p>
            <a:pPr indent="0" marL="0">
              <a:lnSpc>
                <a:spcPts val="19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Following approval, translate this direction into specific session counts for next quarter.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direction for sign-off, not a specific session count, budget, or forecast — none of those are in the source data.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Quarter's Workshop Schedule</dc:title>
  <dc:subject>PptxGenJS Presentation</dc:subject>
  <dc:creator>Brightside Learning</dc:creator>
  <cp:lastModifiedBy>Brightside Learning</cp:lastModifiedBy>
  <cp:revision>1</cp:revision>
  <dcterms:created xsi:type="dcterms:W3CDTF">2026-08-13T11:23:50Z</dcterms:created>
  <dcterms:modified xsi:type="dcterms:W3CDTF">2026-08-13T11:23:50Z</dcterms:modified>
</cp:coreProperties>
</file>